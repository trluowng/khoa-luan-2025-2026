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6CE31-E0CB-554D-AF96-B13649B8A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5E526-7173-CFBC-7FDD-32769F2BC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68F9C-9DB4-1884-9745-A1D5624BD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B5EFE-40BF-4D61-8D31-5CBC0BF3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9F653-17F8-8DB7-4B58-93E421E1D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59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8144-A42B-B456-C5A2-E2BD912A2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CB8D0-CF12-F5AF-4660-37373C44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5B6FD-C5D9-542D-59A2-CC93D3047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C022BF-C0C5-7124-25B9-73E5A1F1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DC77D-3A6C-85CF-CEF4-A2A71E5A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5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A456-4A6A-5FC8-42CE-BE935E15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3E484-9677-B85D-A0E1-E44E6DCDC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3B429-9DB8-1DBF-A167-C62D41AFB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F5022-42BC-6453-2867-9D08088B7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67DF3-2316-689E-E75B-35513C85F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36E26-29F0-3A36-7636-570A800E1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28AD4-113E-FACF-C7AB-2337D6076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CE6B6-B0FA-6209-CFA1-84BA37F6B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6B8B6-3A4C-D9D1-C1E0-27E23B786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EC415-B5A0-1E02-BF94-EA7308582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AE14C-1718-BFD8-6AA7-E1FEA9439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1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4B2D-1EF0-CEA7-4B19-2A94E6CF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73259-CBAD-EC30-F37E-9F1918DA9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A77A8D-D204-3584-4EFA-412D6455B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EB9470-4656-FDF2-52C8-63B3C24B1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DFB6C-4A0B-803A-A981-7A4C7E5D9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C7059D-069E-5345-A613-314BECE4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7485A-0AF1-9085-8D4A-22BC74960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4522B-8404-0865-BF12-CEF4FB220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90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F751-0D18-EACA-A4DA-1AFE9942C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09A70-85A6-6899-B193-C9A49808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C7BF98-5A2C-1A82-EB2F-A20EAC571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0E6FB-DCB3-14AB-3457-42EE1459F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7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CF1CD-5FA0-BCBF-4A3D-BBDFFF9B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B839B9-5D2A-EB23-FE33-BA0DCD0D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21FFF-4EF1-C661-F35A-2D89E5E0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7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DE01E-3DE8-4F26-92B2-24C2A34BC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05AB-C325-B3F3-F6A0-077BAE8C8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7CF56-E71B-2CB9-A809-3EAA8480BD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EA9991-4815-4545-95BC-CDC4FC39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8C975-6B60-D195-C63D-B52C7220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1B850-2FF7-0794-C924-924B7EDFA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97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56161-DC86-E73E-156B-249603EC7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59F65-CEC6-6104-6DBD-44C38F0B24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92105-B1A9-B17F-4C0D-2C8852128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46347-CE3A-7269-D0DC-D9B936D6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BDE1D-76B6-1663-B936-09DB1301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B571F-DDF0-45C6-9C27-A74A4C3A8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54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8700-D1B1-C239-CF4F-D374D4B6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73F7A-5736-DE85-0522-0F0AEE1D7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FA3CE-294F-54C2-4BD1-822E080D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5D8C6-A772-154D-FFE1-F397CEB9E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0F3C7-DAAD-76B0-FFF9-BCF400A83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07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C9F6C8-2BB9-1616-DDD5-6145F1B0ED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3F7652-045D-D71B-3C48-732E764CE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66A03-2D2F-A879-A72E-E660BCE2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00256-7DC4-62D4-471D-678131738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21672-D587-AD0D-D46C-735226EF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55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60EDF4-3626-9BEE-8D9C-767706EF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5C1DA-7BD5-5B34-792A-79C8A0781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C22B8-A3CD-DD94-472D-C58991A1E6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5CEB3-15A1-431E-B130-47FEBB84BB71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C36DD-54B3-C49A-5A3D-0A1751FA9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9EE98-6713-C759-5FF1-5A6D25CB2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03172-9D23-49D0-BA16-2349AFFF6A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98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DEB2EF-FCF2-596F-B927-BC48A2C3CBA7}"/>
              </a:ext>
            </a:extLst>
          </p:cNvPr>
          <p:cNvSpPr txBox="1"/>
          <p:nvPr/>
        </p:nvSpPr>
        <p:spPr>
          <a:xfrm>
            <a:off x="678007" y="254128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E2DFE-A81C-D5CA-424B-84ECE9C8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06" y="852053"/>
            <a:ext cx="5872394" cy="47128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8E2235-BBD4-3AD7-8EC9-1B751C5C35EE}"/>
              </a:ext>
            </a:extLst>
          </p:cNvPr>
          <p:cNvSpPr txBox="1"/>
          <p:nvPr/>
        </p:nvSpPr>
        <p:spPr>
          <a:xfrm>
            <a:off x="7307407" y="847203"/>
            <a:ext cx="3758911" cy="5163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đang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diễn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tưởng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Eval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thứ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8.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hẹp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dưới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Eval Loss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(overfitting).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xu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bám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10,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hóa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dừng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đây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kiệm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nguyên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2132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1849EAD-66B9-3EE9-AA83-6BA2E2B7EEA4}"/>
              </a:ext>
            </a:extLst>
          </p:cNvPr>
          <p:cNvSpPr txBox="1"/>
          <p:nvPr/>
        </p:nvSpPr>
        <p:spPr>
          <a:xfrm>
            <a:off x="709180" y="295692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8F3665-73F8-2FCD-E738-6DC258AE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80" y="977596"/>
            <a:ext cx="5943600" cy="4902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C1C491-AFA4-632E-D27F-18358D661E75}"/>
              </a:ext>
            </a:extLst>
          </p:cNvPr>
          <p:cNvSpPr txBox="1"/>
          <p:nvPr/>
        </p:nvSpPr>
        <p:spPr>
          <a:xfrm>
            <a:off x="7172325" y="369379"/>
            <a:ext cx="4444711" cy="611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Training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Validation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xu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180.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Validation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bám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nằm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Training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đang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gặp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(overfitting) hay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(underfitting).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biệt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Learning Rate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"warmup"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cosine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lựa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chọn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đắn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vượt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cục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chóng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việc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(plateau)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sẵn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sàng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9935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A31E8-4788-FA9C-7FA8-EBD45E51B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F12F95-3791-EF61-25FB-94D32686D134}"/>
              </a:ext>
            </a:extLst>
          </p:cNvPr>
          <p:cNvSpPr txBox="1"/>
          <p:nvPr/>
        </p:nvSpPr>
        <p:spPr>
          <a:xfrm>
            <a:off x="709180" y="295692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Gemma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C9A52A-4266-7837-09B9-B77299D66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06" y="488373"/>
            <a:ext cx="8091920" cy="3190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B1581E-87D8-0B4E-C0CF-222957B34FD2}"/>
              </a:ext>
            </a:extLst>
          </p:cNvPr>
          <p:cNvSpPr txBox="1"/>
          <p:nvPr/>
        </p:nvSpPr>
        <p:spPr>
          <a:xfrm>
            <a:off x="709180" y="3754424"/>
            <a:ext cx="10970202" cy="261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validation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BERTScore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(F1)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0,9),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nắm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Các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ROUGE-1, ROUGE-2, ROUGE-L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Lsum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(dao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0,6–0,75),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dung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n-gram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gốc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ROUGE-1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Lsum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METEOR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BLEU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0,5),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xảy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ngôn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diễn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vẫn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mặt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dung,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n-gram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chưa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410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0E8F1-DF04-FE52-B409-0E0D34389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64BBB5-68E4-5D87-E8CD-3EC078FBE340}"/>
              </a:ext>
            </a:extLst>
          </p:cNvPr>
          <p:cNvSpPr txBox="1"/>
          <p:nvPr/>
        </p:nvSpPr>
        <p:spPr>
          <a:xfrm>
            <a:off x="615661" y="358037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llm-2nd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235C0-81B1-5F02-30D1-E2D0EBF95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72" y="1459287"/>
            <a:ext cx="5943600" cy="3315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7EAAFD-B7BD-C159-6B7D-47A4322218B5}"/>
              </a:ext>
            </a:extLst>
          </p:cNvPr>
          <p:cNvSpPr txBox="1"/>
          <p:nvPr/>
        </p:nvSpPr>
        <p:spPr>
          <a:xfrm>
            <a:off x="7692737" y="101663"/>
            <a:ext cx="3883602" cy="6756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Training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diễn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xuống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mẫu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khoảng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trở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chậm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phẳng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tiệm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xu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hướng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training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dấu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hay divergence;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chắc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chắn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overfitting hay underfitting,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validation loss.</a:t>
            </a:r>
          </a:p>
        </p:txBody>
      </p:sp>
    </p:spTree>
    <p:extLst>
      <p:ext uri="{BB962C8B-B14F-4D97-AF65-F5344CB8AC3E}">
        <p14:creationId xmlns:p14="http://schemas.microsoft.com/office/powerpoint/2010/main" val="3418769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2BC9-AE93-9160-4014-A5D4A7E2F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A2C929-3119-9B3D-E11F-8CF4546D2725}"/>
              </a:ext>
            </a:extLst>
          </p:cNvPr>
          <p:cNvSpPr txBox="1"/>
          <p:nvPr/>
        </p:nvSpPr>
        <p:spPr>
          <a:xfrm>
            <a:off x="615661" y="358037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llm-2nd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8BDBB1-383E-920E-6DBF-534AD5C39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91" y="1262235"/>
            <a:ext cx="5943600" cy="2005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4F7B0D-82BB-6EC5-46BA-DE999DE53C9D}"/>
              </a:ext>
            </a:extLst>
          </p:cNvPr>
          <p:cNvSpPr txBox="1"/>
          <p:nvPr/>
        </p:nvSpPr>
        <p:spPr>
          <a:xfrm>
            <a:off x="418233" y="3361908"/>
            <a:ext cx="11593658" cy="261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biệt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mặt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BERTScore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F1 = 0.8849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nắm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diễn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ROUGE-1 = 0.7505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ROUGE-L = 0.6792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dung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chứng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tin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trọng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METEOR = 0.7230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nhận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vựng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Trong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đó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BLEU = 0.4393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gặp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bài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ngôn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n-gram.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dung,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ứng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tóm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tắt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vẫn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16931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0B0E-D8FF-17B2-6EC5-EC77A2B6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026266-69B2-C155-0EDF-432CD8EF7C9E}"/>
              </a:ext>
            </a:extLst>
          </p:cNvPr>
          <p:cNvSpPr txBox="1"/>
          <p:nvPr/>
        </p:nvSpPr>
        <p:spPr>
          <a:xfrm>
            <a:off x="522143" y="202174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EF9E97-F50D-97DE-D89E-CE667A7DE7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900" y="753599"/>
            <a:ext cx="7767412" cy="24571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33E570-C9DF-5662-FCF2-B148C7D7CE75}"/>
              </a:ext>
            </a:extLst>
          </p:cNvPr>
          <p:cNvSpPr txBox="1"/>
          <p:nvPr/>
        </p:nvSpPr>
        <p:spPr>
          <a:xfrm>
            <a:off x="1155988" y="3647211"/>
            <a:ext cx="10367530" cy="197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training loss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duy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ngưỡng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gần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hội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tụ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cập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nhật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chủ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yếu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chứ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Những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loss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thường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ổn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learning rate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giảm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chiến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learning rate decay,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giúp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học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chậm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chắc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đoạn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dao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loss.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huấn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luyện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sẵn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sàng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triển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khai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04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A2210-E5F9-7DFB-1AE6-80B541220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FB3E3E-5C3F-3688-F8F1-ED4C6B394786}"/>
              </a:ext>
            </a:extLst>
          </p:cNvPr>
          <p:cNvSpPr txBox="1"/>
          <p:nvPr/>
        </p:nvSpPr>
        <p:spPr>
          <a:xfrm>
            <a:off x="522143" y="202174"/>
            <a:ext cx="6094268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Mistral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93517-DA9B-2F54-8D08-5D7E2B34F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361" y="1148629"/>
            <a:ext cx="6620767" cy="15218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63D54-CFFB-1FDD-B7BB-31A078EF1B0D}"/>
              </a:ext>
            </a:extLst>
          </p:cNvPr>
          <p:cNvSpPr txBox="1"/>
          <p:nvPr/>
        </p:nvSpPr>
        <p:spPr>
          <a:xfrm>
            <a:off x="522143" y="2939029"/>
            <a:ext cx="11510530" cy="197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chất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tốt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nhưng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chưa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đều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giữa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khía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ROUGE-1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0.5130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trùng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đối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ROUGE-L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0.3480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chế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METEOR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0.4049,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Đáng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chú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ý,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BERTScore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F1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0.7613,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chứng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nắm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bắt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khá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BLEU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ở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0.2961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thấy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khớp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n-gram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chưa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Tổng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kết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quả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này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hợp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hệ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thống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ưu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tiên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hiểu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ngữ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nghĩa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hơn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tái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mặt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câu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song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vẫn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còn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cải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thiện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tính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mạch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lạc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cấu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trúc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5233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1243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Tùng Lê</dc:creator>
  <cp:lastModifiedBy>Tùng Lê</cp:lastModifiedBy>
  <cp:revision>1</cp:revision>
  <dcterms:created xsi:type="dcterms:W3CDTF">2026-01-14T03:46:20Z</dcterms:created>
  <dcterms:modified xsi:type="dcterms:W3CDTF">2026-01-14T03:52:36Z</dcterms:modified>
</cp:coreProperties>
</file>